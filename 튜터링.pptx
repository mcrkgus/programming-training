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78166-81C5-5A3C-EF02-6D31C03A83E2}" v="11" dt="2022-11-20T11:36:53.348"/>
    <p1510:client id="{70071BA1-5310-47B7-A3AB-8009BFAE55A1}" v="1212" dt="2022-11-20T06:37:12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가현" userId="S::202020716@sangmyung.kr::bb86c9ed-17b5-4819-9d67-092f99947dc6" providerId="AD" clId="Web-{70071BA1-5310-47B7-A3AB-8009BFAE55A1}"/>
    <pc:docChg chg="addSld delSld modSld">
      <pc:chgData name="김가현" userId="S::202020716@sangmyung.kr::bb86c9ed-17b5-4819-9d67-092f99947dc6" providerId="AD" clId="Web-{70071BA1-5310-47B7-A3AB-8009BFAE55A1}" dt="2022-11-20T06:37:12.425" v="1157" actId="20577"/>
      <pc:docMkLst>
        <pc:docMk/>
      </pc:docMkLst>
      <pc:sldChg chg="addSp modSp new">
        <pc:chgData name="김가현" userId="S::202020716@sangmyung.kr::bb86c9ed-17b5-4819-9d67-092f99947dc6" providerId="AD" clId="Web-{70071BA1-5310-47B7-A3AB-8009BFAE55A1}" dt="2022-11-20T06:37:02.237" v="1156" actId="20577"/>
        <pc:sldMkLst>
          <pc:docMk/>
          <pc:sldMk cId="3084566253" sldId="257"/>
        </pc:sldMkLst>
        <pc:spChg chg="mod">
          <ac:chgData name="김가현" userId="S::202020716@sangmyung.kr::bb86c9ed-17b5-4819-9d67-092f99947dc6" providerId="AD" clId="Web-{70071BA1-5310-47B7-A3AB-8009BFAE55A1}" dt="2022-11-20T06:30:52.974" v="1048" actId="20577"/>
          <ac:spMkLst>
            <pc:docMk/>
            <pc:sldMk cId="3084566253" sldId="257"/>
            <ac:spMk id="2" creationId="{9C2E736C-DB19-6DD5-D65E-9FEF719A059E}"/>
          </ac:spMkLst>
        </pc:spChg>
        <pc:spChg chg="mod">
          <ac:chgData name="김가현" userId="S::202020716@sangmyung.kr::bb86c9ed-17b5-4819-9d67-092f99947dc6" providerId="AD" clId="Web-{70071BA1-5310-47B7-A3AB-8009BFAE55A1}" dt="2022-11-20T06:37:02.237" v="1156" actId="20577"/>
          <ac:spMkLst>
            <pc:docMk/>
            <pc:sldMk cId="3084566253" sldId="257"/>
            <ac:spMk id="3" creationId="{03BA2811-10E2-B079-16BB-C998343BC113}"/>
          </ac:spMkLst>
        </pc:spChg>
        <pc:graphicFrameChg chg="add mod modGraphic">
          <ac:chgData name="김가현" userId="S::202020716@sangmyung.kr::bb86c9ed-17b5-4819-9d67-092f99947dc6" providerId="AD" clId="Web-{70071BA1-5310-47B7-A3AB-8009BFAE55A1}" dt="2022-11-20T06:30:41.770" v="1045"/>
          <ac:graphicFrameMkLst>
            <pc:docMk/>
            <pc:sldMk cId="3084566253" sldId="257"/>
            <ac:graphicFrameMk id="4" creationId="{E916DFBC-F9BA-42ED-1A26-8DAE991A2041}"/>
          </ac:graphicFrameMkLst>
        </pc:graphicFrameChg>
      </pc:sldChg>
      <pc:sldChg chg="modSp add replId">
        <pc:chgData name="김가현" userId="S::202020716@sangmyung.kr::bb86c9ed-17b5-4819-9d67-092f99947dc6" providerId="AD" clId="Web-{70071BA1-5310-47B7-A3AB-8009BFAE55A1}" dt="2022-11-20T06:36:57.518" v="1154" actId="20577"/>
        <pc:sldMkLst>
          <pc:docMk/>
          <pc:sldMk cId="2330446686" sldId="258"/>
        </pc:sldMkLst>
        <pc:spChg chg="mod">
          <ac:chgData name="김가현" userId="S::202020716@sangmyung.kr::bb86c9ed-17b5-4819-9d67-092f99947dc6" providerId="AD" clId="Web-{70071BA1-5310-47B7-A3AB-8009BFAE55A1}" dt="2022-11-20T06:30:56.521" v="1049" actId="20577"/>
          <ac:spMkLst>
            <pc:docMk/>
            <pc:sldMk cId="2330446686" sldId="258"/>
            <ac:spMk id="2" creationId="{9C2E736C-DB19-6DD5-D65E-9FEF719A059E}"/>
          </ac:spMkLst>
        </pc:spChg>
        <pc:spChg chg="mod">
          <ac:chgData name="김가현" userId="S::202020716@sangmyung.kr::bb86c9ed-17b5-4819-9d67-092f99947dc6" providerId="AD" clId="Web-{70071BA1-5310-47B7-A3AB-8009BFAE55A1}" dt="2022-11-20T06:36:57.518" v="1154" actId="20577"/>
          <ac:spMkLst>
            <pc:docMk/>
            <pc:sldMk cId="2330446686" sldId="258"/>
            <ac:spMk id="3" creationId="{03BA2811-10E2-B079-16BB-C998343BC113}"/>
          </ac:spMkLst>
        </pc:spChg>
      </pc:sldChg>
      <pc:sldChg chg="addSp delSp modSp add replId">
        <pc:chgData name="김가현" userId="S::202020716@sangmyung.kr::bb86c9ed-17b5-4819-9d67-092f99947dc6" providerId="AD" clId="Web-{70071BA1-5310-47B7-A3AB-8009BFAE55A1}" dt="2022-11-20T06:31:09.162" v="1052" actId="20577"/>
        <pc:sldMkLst>
          <pc:docMk/>
          <pc:sldMk cId="3154476829" sldId="259"/>
        </pc:sldMkLst>
        <pc:spChg chg="mod">
          <ac:chgData name="김가현" userId="S::202020716@sangmyung.kr::bb86c9ed-17b5-4819-9d67-092f99947dc6" providerId="AD" clId="Web-{70071BA1-5310-47B7-A3AB-8009BFAE55A1}" dt="2022-11-20T06:31:09.162" v="1052" actId="20577"/>
          <ac:spMkLst>
            <pc:docMk/>
            <pc:sldMk cId="3154476829" sldId="259"/>
            <ac:spMk id="2" creationId="{9C2E736C-DB19-6DD5-D65E-9FEF719A059E}"/>
          </ac:spMkLst>
        </pc:spChg>
        <pc:spChg chg="del">
          <ac:chgData name="김가현" userId="S::202020716@sangmyung.kr::bb86c9ed-17b5-4819-9d67-092f99947dc6" providerId="AD" clId="Web-{70071BA1-5310-47B7-A3AB-8009BFAE55A1}" dt="2022-11-20T06:08:17.292" v="438"/>
          <ac:spMkLst>
            <pc:docMk/>
            <pc:sldMk cId="3154476829" sldId="259"/>
            <ac:spMk id="3" creationId="{03BA2811-10E2-B079-16BB-C998343BC113}"/>
          </ac:spMkLst>
        </pc:spChg>
        <pc:picChg chg="add mod ord">
          <ac:chgData name="김가현" userId="S::202020716@sangmyung.kr::bb86c9ed-17b5-4819-9d67-092f99947dc6" providerId="AD" clId="Web-{70071BA1-5310-47B7-A3AB-8009BFAE55A1}" dt="2022-11-20T06:10:15.389" v="493" actId="1076"/>
          <ac:picMkLst>
            <pc:docMk/>
            <pc:sldMk cId="3154476829" sldId="259"/>
            <ac:picMk id="4" creationId="{7C45E38D-05E1-881E-ECDF-7B093D1B1E28}"/>
          </ac:picMkLst>
        </pc:picChg>
      </pc:sldChg>
      <pc:sldChg chg="modSp add replId">
        <pc:chgData name="김가현" userId="S::202020716@sangmyung.kr::bb86c9ed-17b5-4819-9d67-092f99947dc6" providerId="AD" clId="Web-{70071BA1-5310-47B7-A3AB-8009BFAE55A1}" dt="2022-11-20T06:36:50.518" v="1152" actId="20577"/>
        <pc:sldMkLst>
          <pc:docMk/>
          <pc:sldMk cId="101738057" sldId="260"/>
        </pc:sldMkLst>
        <pc:spChg chg="mod">
          <ac:chgData name="김가현" userId="S::202020716@sangmyung.kr::bb86c9ed-17b5-4819-9d67-092f99947dc6" providerId="AD" clId="Web-{70071BA1-5310-47B7-A3AB-8009BFAE55A1}" dt="2022-11-20T06:31:13.412" v="1054" actId="20577"/>
          <ac:spMkLst>
            <pc:docMk/>
            <pc:sldMk cId="101738057" sldId="260"/>
            <ac:spMk id="2" creationId="{9C2E736C-DB19-6DD5-D65E-9FEF719A059E}"/>
          </ac:spMkLst>
        </pc:spChg>
        <pc:spChg chg="mod">
          <ac:chgData name="김가현" userId="S::202020716@sangmyung.kr::bb86c9ed-17b5-4819-9d67-092f99947dc6" providerId="AD" clId="Web-{70071BA1-5310-47B7-A3AB-8009BFAE55A1}" dt="2022-11-20T06:36:50.518" v="1152" actId="20577"/>
          <ac:spMkLst>
            <pc:docMk/>
            <pc:sldMk cId="101738057" sldId="260"/>
            <ac:spMk id="3" creationId="{03BA2811-10E2-B079-16BB-C998343BC113}"/>
          </ac:spMkLst>
        </pc:spChg>
      </pc:sldChg>
      <pc:sldChg chg="addSp delSp modSp add replId">
        <pc:chgData name="김가현" userId="S::202020716@sangmyung.kr::bb86c9ed-17b5-4819-9d67-092f99947dc6" providerId="AD" clId="Web-{70071BA1-5310-47B7-A3AB-8009BFAE55A1}" dt="2022-11-20T06:31:23.241" v="1058" actId="20577"/>
        <pc:sldMkLst>
          <pc:docMk/>
          <pc:sldMk cId="161549550" sldId="261"/>
        </pc:sldMkLst>
        <pc:spChg chg="mod">
          <ac:chgData name="김가현" userId="S::202020716@sangmyung.kr::bb86c9ed-17b5-4819-9d67-092f99947dc6" providerId="AD" clId="Web-{70071BA1-5310-47B7-A3AB-8009BFAE55A1}" dt="2022-11-20T06:31:23.241" v="1058" actId="20577"/>
          <ac:spMkLst>
            <pc:docMk/>
            <pc:sldMk cId="161549550" sldId="261"/>
            <ac:spMk id="2" creationId="{9C2E736C-DB19-6DD5-D65E-9FEF719A059E}"/>
          </ac:spMkLst>
        </pc:spChg>
        <pc:spChg chg="del">
          <ac:chgData name="김가현" userId="S::202020716@sangmyung.kr::bb86c9ed-17b5-4819-9d67-092f99947dc6" providerId="AD" clId="Web-{70071BA1-5310-47B7-A3AB-8009BFAE55A1}" dt="2022-11-20T06:10:06.545" v="491"/>
          <ac:spMkLst>
            <pc:docMk/>
            <pc:sldMk cId="161549550" sldId="261"/>
            <ac:spMk id="3" creationId="{03BA2811-10E2-B079-16BB-C998343BC113}"/>
          </ac:spMkLst>
        </pc:spChg>
        <pc:picChg chg="add mod ord">
          <ac:chgData name="김가현" userId="S::202020716@sangmyung.kr::bb86c9ed-17b5-4819-9d67-092f99947dc6" providerId="AD" clId="Web-{70071BA1-5310-47B7-A3AB-8009BFAE55A1}" dt="2022-11-20T06:10:11.467" v="492" actId="1076"/>
          <ac:picMkLst>
            <pc:docMk/>
            <pc:sldMk cId="161549550" sldId="261"/>
            <ac:picMk id="4" creationId="{AFBD4E7E-4CA5-C3D3-D85C-C43B2E924472}"/>
          </ac:picMkLst>
        </pc:picChg>
      </pc:sldChg>
      <pc:sldChg chg="modSp add replId">
        <pc:chgData name="김가현" userId="S::202020716@sangmyung.kr::bb86c9ed-17b5-4819-9d67-092f99947dc6" providerId="AD" clId="Web-{70071BA1-5310-47B7-A3AB-8009BFAE55A1}" dt="2022-11-20T06:36:45.361" v="1151" actId="20577"/>
        <pc:sldMkLst>
          <pc:docMk/>
          <pc:sldMk cId="578249975" sldId="262"/>
        </pc:sldMkLst>
        <pc:spChg chg="mod">
          <ac:chgData name="김가현" userId="S::202020716@sangmyung.kr::bb86c9ed-17b5-4819-9d67-092f99947dc6" providerId="AD" clId="Web-{70071BA1-5310-47B7-A3AB-8009BFAE55A1}" dt="2022-11-20T06:31:26.553" v="1059" actId="20577"/>
          <ac:spMkLst>
            <pc:docMk/>
            <pc:sldMk cId="578249975" sldId="262"/>
            <ac:spMk id="2" creationId="{9C2E736C-DB19-6DD5-D65E-9FEF719A059E}"/>
          </ac:spMkLst>
        </pc:spChg>
        <pc:spChg chg="mod">
          <ac:chgData name="김가현" userId="S::202020716@sangmyung.kr::bb86c9ed-17b5-4819-9d67-092f99947dc6" providerId="AD" clId="Web-{70071BA1-5310-47B7-A3AB-8009BFAE55A1}" dt="2022-11-20T06:36:45.361" v="1151" actId="20577"/>
          <ac:spMkLst>
            <pc:docMk/>
            <pc:sldMk cId="578249975" sldId="262"/>
            <ac:spMk id="3" creationId="{03BA2811-10E2-B079-16BB-C998343BC113}"/>
          </ac:spMkLst>
        </pc:spChg>
      </pc:sldChg>
      <pc:sldChg chg="modSp new del">
        <pc:chgData name="김가현" userId="S::202020716@sangmyung.kr::bb86c9ed-17b5-4819-9d67-092f99947dc6" providerId="AD" clId="Web-{70071BA1-5310-47B7-A3AB-8009BFAE55A1}" dt="2022-11-20T06:18:29.331" v="668"/>
        <pc:sldMkLst>
          <pc:docMk/>
          <pc:sldMk cId="1376520410" sldId="263"/>
        </pc:sldMkLst>
        <pc:spChg chg="mod">
          <ac:chgData name="김가현" userId="S::202020716@sangmyung.kr::bb86c9ed-17b5-4819-9d67-092f99947dc6" providerId="AD" clId="Web-{70071BA1-5310-47B7-A3AB-8009BFAE55A1}" dt="2022-11-20T06:18:07.627" v="656" actId="20577"/>
          <ac:spMkLst>
            <pc:docMk/>
            <pc:sldMk cId="1376520410" sldId="263"/>
            <ac:spMk id="2" creationId="{447C9CBF-B392-F7EA-CC2F-3C9DBA7581D8}"/>
          </ac:spMkLst>
        </pc:spChg>
        <pc:spChg chg="mod">
          <ac:chgData name="김가현" userId="S::202020716@sangmyung.kr::bb86c9ed-17b5-4819-9d67-092f99947dc6" providerId="AD" clId="Web-{70071BA1-5310-47B7-A3AB-8009BFAE55A1}" dt="2022-11-20T06:18:18.784" v="663" actId="20577"/>
          <ac:spMkLst>
            <pc:docMk/>
            <pc:sldMk cId="1376520410" sldId="263"/>
            <ac:spMk id="3" creationId="{0AE7A754-3D81-9824-E7A0-A1B79FCEDC42}"/>
          </ac:spMkLst>
        </pc:spChg>
      </pc:sldChg>
      <pc:sldChg chg="modSp add replId">
        <pc:chgData name="김가현" userId="S::202020716@sangmyung.kr::bb86c9ed-17b5-4819-9d67-092f99947dc6" providerId="AD" clId="Web-{70071BA1-5310-47B7-A3AB-8009BFAE55A1}" dt="2022-11-20T06:36:41.267" v="1150" actId="20577"/>
        <pc:sldMkLst>
          <pc:docMk/>
          <pc:sldMk cId="4132686346" sldId="264"/>
        </pc:sldMkLst>
        <pc:spChg chg="mod">
          <ac:chgData name="김가현" userId="S::202020716@sangmyung.kr::bb86c9ed-17b5-4819-9d67-092f99947dc6" providerId="AD" clId="Web-{70071BA1-5310-47B7-A3AB-8009BFAE55A1}" dt="2022-11-20T06:32:02.164" v="1065" actId="20577"/>
          <ac:spMkLst>
            <pc:docMk/>
            <pc:sldMk cId="4132686346" sldId="264"/>
            <ac:spMk id="2" creationId="{447C9CBF-B392-F7EA-CC2F-3C9DBA7581D8}"/>
          </ac:spMkLst>
        </pc:spChg>
        <pc:spChg chg="mod">
          <ac:chgData name="김가현" userId="S::202020716@sangmyung.kr::bb86c9ed-17b5-4819-9d67-092f99947dc6" providerId="AD" clId="Web-{70071BA1-5310-47B7-A3AB-8009BFAE55A1}" dt="2022-11-20T06:36:41.267" v="1150" actId="20577"/>
          <ac:spMkLst>
            <pc:docMk/>
            <pc:sldMk cId="4132686346" sldId="264"/>
            <ac:spMk id="3" creationId="{0AE7A754-3D81-9824-E7A0-A1B79FCEDC42}"/>
          </ac:spMkLst>
        </pc:spChg>
      </pc:sldChg>
      <pc:sldChg chg="modSp add replId">
        <pc:chgData name="김가현" userId="S::202020716@sangmyung.kr::bb86c9ed-17b5-4819-9d67-092f99947dc6" providerId="AD" clId="Web-{70071BA1-5310-47B7-A3AB-8009BFAE55A1}" dt="2022-11-20T06:36:36.705" v="1148" actId="20577"/>
        <pc:sldMkLst>
          <pc:docMk/>
          <pc:sldMk cId="2595168822" sldId="265"/>
        </pc:sldMkLst>
        <pc:spChg chg="mod">
          <ac:chgData name="김가현" userId="S::202020716@sangmyung.kr::bb86c9ed-17b5-4819-9d67-092f99947dc6" providerId="AD" clId="Web-{70071BA1-5310-47B7-A3AB-8009BFAE55A1}" dt="2022-11-20T06:32:07.336" v="1066" actId="20577"/>
          <ac:spMkLst>
            <pc:docMk/>
            <pc:sldMk cId="2595168822" sldId="265"/>
            <ac:spMk id="2" creationId="{447C9CBF-B392-F7EA-CC2F-3C9DBA7581D8}"/>
          </ac:spMkLst>
        </pc:spChg>
        <pc:spChg chg="mod">
          <ac:chgData name="김가현" userId="S::202020716@sangmyung.kr::bb86c9ed-17b5-4819-9d67-092f99947dc6" providerId="AD" clId="Web-{70071BA1-5310-47B7-A3AB-8009BFAE55A1}" dt="2022-11-20T06:36:36.705" v="1148" actId="20577"/>
          <ac:spMkLst>
            <pc:docMk/>
            <pc:sldMk cId="2595168822" sldId="265"/>
            <ac:spMk id="3" creationId="{0AE7A754-3D81-9824-E7A0-A1B79FCEDC42}"/>
          </ac:spMkLst>
        </pc:spChg>
      </pc:sldChg>
      <pc:sldChg chg="modSp add replId">
        <pc:chgData name="김가현" userId="S::202020716@sangmyung.kr::bb86c9ed-17b5-4819-9d67-092f99947dc6" providerId="AD" clId="Web-{70071BA1-5310-47B7-A3AB-8009BFAE55A1}" dt="2022-11-20T06:36:29.345" v="1145" actId="20577"/>
        <pc:sldMkLst>
          <pc:docMk/>
          <pc:sldMk cId="3021004013" sldId="266"/>
        </pc:sldMkLst>
        <pc:spChg chg="mod">
          <ac:chgData name="김가현" userId="S::202020716@sangmyung.kr::bb86c9ed-17b5-4819-9d67-092f99947dc6" providerId="AD" clId="Web-{70071BA1-5310-47B7-A3AB-8009BFAE55A1}" dt="2022-11-20T06:33:05.010" v="1097" actId="20577"/>
          <ac:spMkLst>
            <pc:docMk/>
            <pc:sldMk cId="3021004013" sldId="266"/>
            <ac:spMk id="2" creationId="{447C9CBF-B392-F7EA-CC2F-3C9DBA7581D8}"/>
          </ac:spMkLst>
        </pc:spChg>
        <pc:spChg chg="mod">
          <ac:chgData name="김가현" userId="S::202020716@sangmyung.kr::bb86c9ed-17b5-4819-9d67-092f99947dc6" providerId="AD" clId="Web-{70071BA1-5310-47B7-A3AB-8009BFAE55A1}" dt="2022-11-20T06:36:29.345" v="1145" actId="20577"/>
          <ac:spMkLst>
            <pc:docMk/>
            <pc:sldMk cId="3021004013" sldId="266"/>
            <ac:spMk id="3" creationId="{0AE7A754-3D81-9824-E7A0-A1B79FCEDC42}"/>
          </ac:spMkLst>
        </pc:spChg>
      </pc:sldChg>
      <pc:sldChg chg="modSp add replId">
        <pc:chgData name="김가현" userId="S::202020716@sangmyung.kr::bb86c9ed-17b5-4819-9d67-092f99947dc6" providerId="AD" clId="Web-{70071BA1-5310-47B7-A3AB-8009BFAE55A1}" dt="2022-11-20T06:37:12.425" v="1157" actId="20577"/>
        <pc:sldMkLst>
          <pc:docMk/>
          <pc:sldMk cId="3129969691" sldId="267"/>
        </pc:sldMkLst>
        <pc:spChg chg="mod">
          <ac:chgData name="김가현" userId="S::202020716@sangmyung.kr::bb86c9ed-17b5-4819-9d67-092f99947dc6" providerId="AD" clId="Web-{70071BA1-5310-47B7-A3AB-8009BFAE55A1}" dt="2022-11-20T06:36:13.345" v="1141" actId="20577"/>
          <ac:spMkLst>
            <pc:docMk/>
            <pc:sldMk cId="3129969691" sldId="267"/>
            <ac:spMk id="2" creationId="{447C9CBF-B392-F7EA-CC2F-3C9DBA7581D8}"/>
          </ac:spMkLst>
        </pc:spChg>
        <pc:spChg chg="mod">
          <ac:chgData name="김가현" userId="S::202020716@sangmyung.kr::bb86c9ed-17b5-4819-9d67-092f99947dc6" providerId="AD" clId="Web-{70071BA1-5310-47B7-A3AB-8009BFAE55A1}" dt="2022-11-20T06:37:12.425" v="1157" actId="20577"/>
          <ac:spMkLst>
            <pc:docMk/>
            <pc:sldMk cId="3129969691" sldId="267"/>
            <ac:spMk id="3" creationId="{0AE7A754-3D81-9824-E7A0-A1B79FCEDC42}"/>
          </ac:spMkLst>
        </pc:spChg>
      </pc:sldChg>
      <pc:sldChg chg="add replId">
        <pc:chgData name="김가현" userId="S::202020716@sangmyung.kr::bb86c9ed-17b5-4819-9d67-092f99947dc6" providerId="AD" clId="Web-{70071BA1-5310-47B7-A3AB-8009BFAE55A1}" dt="2022-11-20T06:15:31.528" v="641"/>
        <pc:sldMkLst>
          <pc:docMk/>
          <pc:sldMk cId="1764753968" sldId="268"/>
        </pc:sldMkLst>
      </pc:sldChg>
      <pc:sldChg chg="add replId">
        <pc:chgData name="김가현" userId="S::202020716@sangmyung.kr::bb86c9ed-17b5-4819-9d67-092f99947dc6" providerId="AD" clId="Web-{70071BA1-5310-47B7-A3AB-8009BFAE55A1}" dt="2022-11-20T06:15:34.809" v="642"/>
        <pc:sldMkLst>
          <pc:docMk/>
          <pc:sldMk cId="2517038056" sldId="269"/>
        </pc:sldMkLst>
      </pc:sldChg>
      <pc:sldChg chg="add replId">
        <pc:chgData name="김가현" userId="S::202020716@sangmyung.kr::bb86c9ed-17b5-4819-9d67-092f99947dc6" providerId="AD" clId="Web-{70071BA1-5310-47B7-A3AB-8009BFAE55A1}" dt="2022-11-20T06:15:35.122" v="643"/>
        <pc:sldMkLst>
          <pc:docMk/>
          <pc:sldMk cId="3268689984" sldId="270"/>
        </pc:sldMkLst>
      </pc:sldChg>
    </pc:docChg>
  </pc:docChgLst>
  <pc:docChgLst>
    <pc:chgData name="김가현" userId="S::202020716@sangmyung.kr::bb86c9ed-17b5-4819-9d67-092f99947dc6" providerId="AD" clId="Web-{41078166-81C5-5A3C-EF02-6D31C03A83E2}"/>
    <pc:docChg chg="modSld">
      <pc:chgData name="김가현" userId="S::202020716@sangmyung.kr::bb86c9ed-17b5-4819-9d67-092f99947dc6" providerId="AD" clId="Web-{41078166-81C5-5A3C-EF02-6D31C03A83E2}" dt="2022-11-20T11:36:53.348" v="10" actId="20577"/>
      <pc:docMkLst>
        <pc:docMk/>
      </pc:docMkLst>
      <pc:sldChg chg="modSp">
        <pc:chgData name="김가현" userId="S::202020716@sangmyung.kr::bb86c9ed-17b5-4819-9d67-092f99947dc6" providerId="AD" clId="Web-{41078166-81C5-5A3C-EF02-6D31C03A83E2}" dt="2022-11-20T11:36:53.348" v="10" actId="20577"/>
        <pc:sldMkLst>
          <pc:docMk/>
          <pc:sldMk cId="3569210928" sldId="256"/>
        </pc:sldMkLst>
        <pc:spChg chg="mod">
          <ac:chgData name="김가현" userId="S::202020716@sangmyung.kr::bb86c9ed-17b5-4819-9d67-092f99947dc6" providerId="AD" clId="Web-{41078166-81C5-5A3C-EF02-6D31C03A83E2}" dt="2022-11-20T11:36:53.348" v="10" actId="20577"/>
          <ac:spMkLst>
            <pc:docMk/>
            <pc:sldMk cId="3569210928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2022-11-20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Programming</a:t>
            </a:r>
            <a:r>
              <a:rPr lang="ko-KR" altLang="en-US" b="1" dirty="0">
                <a:ea typeface="맑은 고딕"/>
              </a:rPr>
              <a:t> </a:t>
            </a:r>
            <a:r>
              <a:rPr lang="ko-KR" altLang="en-US" b="1" dirty="0" err="1">
                <a:ea typeface="맑은 고딕"/>
              </a:rPr>
              <a:t>Tutoring</a:t>
            </a:r>
            <a:r>
              <a:rPr lang="ko-KR" altLang="en-US" b="1" dirty="0">
                <a:ea typeface="맑은 고딕"/>
              </a:rPr>
              <a:t> 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E736C-DB19-6DD5-D65E-9FEF719A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err="1">
                <a:latin typeface="Malgun Gothic"/>
                <a:ea typeface="Malgun Gothic"/>
              </a:rPr>
              <a:t>Graph</a:t>
            </a:r>
            <a:endParaRPr lang="ko-KR" altLang="en-US" b="1">
              <a:latin typeface="Malgun Gothic"/>
              <a:ea typeface="Malgun Gothic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A2811-10E2-B079-16BB-C998343B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200" b="1" dirty="0" err="1">
                <a:latin typeface="Malgun Gothic"/>
                <a:ea typeface="Malgun Gothic"/>
              </a:rPr>
              <a:t>Graph</a:t>
            </a:r>
            <a:r>
              <a:rPr lang="ko-KR" altLang="en-US" sz="2200" b="1" dirty="0">
                <a:latin typeface="Malgun Gothic"/>
                <a:ea typeface="Malgun Gothic"/>
              </a:rPr>
              <a:t> : </a:t>
            </a:r>
            <a:r>
              <a:rPr lang="ko-KR" sz="2200" b="1" dirty="0" err="1">
                <a:latin typeface="Malgun Gothic"/>
                <a:ea typeface="Malgun Gothic"/>
                <a:cs typeface="+mn-lt"/>
              </a:rPr>
              <a:t>node</a:t>
            </a:r>
            <a:r>
              <a:rPr lang="ko-KR" altLang="en-US" sz="2200" b="1" dirty="0" err="1">
                <a:latin typeface="Malgun Gothic"/>
                <a:ea typeface="Malgun Gothic"/>
                <a:cs typeface="+mn-lt"/>
              </a:rPr>
              <a:t>와</a:t>
            </a:r>
            <a:r>
              <a:rPr lang="ko-KR" sz="2200" b="1" dirty="0">
                <a:latin typeface="Malgun Gothic"/>
                <a:ea typeface="Malgun Gothic"/>
                <a:cs typeface="+mn-lt"/>
              </a:rPr>
              <a:t> 그 </a:t>
            </a:r>
            <a:r>
              <a:rPr lang="en-US" altLang="ko-KR" sz="2200" b="1" dirty="0" err="1">
                <a:latin typeface="Malgun Gothic"/>
                <a:ea typeface="+mn-lt"/>
                <a:cs typeface="+mn-lt"/>
              </a:rPr>
              <a:t>node를</a:t>
            </a:r>
            <a:r>
              <a:rPr lang="ko-KR" sz="2200" b="1" dirty="0">
                <a:latin typeface="Malgun Gothic"/>
                <a:ea typeface="Malgun Gothic"/>
                <a:cs typeface="+mn-lt"/>
              </a:rPr>
              <a:t> 연결하는 간선(</a:t>
            </a:r>
            <a:r>
              <a:rPr lang="ko-KR" sz="2200" b="1" dirty="0" err="1">
                <a:latin typeface="Malgun Gothic"/>
                <a:ea typeface="Malgun Gothic"/>
                <a:cs typeface="+mn-lt"/>
              </a:rPr>
              <a:t>edge</a:t>
            </a:r>
            <a:r>
              <a:rPr lang="ko-KR" sz="2200" b="1" dirty="0">
                <a:latin typeface="Malgun Gothic"/>
                <a:ea typeface="Malgun Gothic"/>
                <a:cs typeface="+mn-lt"/>
              </a:rPr>
              <a:t>)</a:t>
            </a:r>
            <a:r>
              <a:rPr lang="ko-KR" sz="2200" b="1" dirty="0" err="1">
                <a:latin typeface="Malgun Gothic"/>
                <a:ea typeface="Malgun Gothic"/>
                <a:cs typeface="+mn-lt"/>
              </a:rPr>
              <a:t>으로</a:t>
            </a:r>
            <a:r>
              <a:rPr lang="ko-KR" sz="2200" b="1" dirty="0">
                <a:latin typeface="Malgun Gothic"/>
                <a:ea typeface="Malgun Gothic"/>
                <a:cs typeface="+mn-lt"/>
              </a:rPr>
              <a:t> 이루어진 자료구조</a:t>
            </a:r>
          </a:p>
          <a:p>
            <a:endParaRPr lang="ko-KR" altLang="en-US" sz="2200" b="1" dirty="0">
              <a:latin typeface="Malgun Gothic"/>
              <a:ea typeface="Malgun Gothic"/>
            </a:endParaRPr>
          </a:p>
          <a:p>
            <a:r>
              <a:rPr lang="en-US" altLang="ko-KR" sz="2200" b="1" dirty="0">
                <a:latin typeface="Malgun Gothic"/>
                <a:ea typeface="맑은 고딕"/>
              </a:rPr>
              <a:t>Graph - </a:t>
            </a:r>
            <a:r>
              <a:rPr lang="en-US" altLang="ko-KR" sz="2200" b="1" dirty="0" err="1">
                <a:latin typeface="Malgun Gothic"/>
                <a:ea typeface="맑은 고딕"/>
              </a:rPr>
              <a:t>Tree의</a:t>
            </a:r>
            <a:r>
              <a:rPr lang="en-US" altLang="ko-KR" sz="2200" b="1" dirty="0">
                <a:latin typeface="Malgun Gothic"/>
                <a:ea typeface="맑은 고딕"/>
              </a:rPr>
              <a:t> </a:t>
            </a:r>
            <a:r>
              <a:rPr lang="en-US" altLang="ko-KR" sz="2200" b="1" dirty="0" err="1">
                <a:latin typeface="Malgun Gothic"/>
                <a:ea typeface="맑은 고딕"/>
              </a:rPr>
              <a:t>차이</a:t>
            </a:r>
            <a:r>
              <a:rPr lang="en-US" altLang="ko-KR" sz="2200" b="1" dirty="0">
                <a:latin typeface="Malgun Gothic"/>
                <a:ea typeface="맑은 고딕"/>
              </a:rPr>
              <a:t> </a:t>
            </a:r>
          </a:p>
          <a:p>
            <a:pPr marL="0" indent="0">
              <a:buNone/>
            </a:pPr>
            <a:endParaRPr lang="ko-KR" altLang="en-US" b="1" dirty="0">
              <a:ea typeface="맑은 고딕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916DFBC-F9BA-42ED-1A26-8DAE991A2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138341"/>
              </p:ext>
            </p:extLst>
          </p:nvPr>
        </p:nvGraphicFramePr>
        <p:xfrm>
          <a:off x="1094321" y="3814764"/>
          <a:ext cx="816864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983366325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752627081"/>
                    </a:ext>
                  </a:extLst>
                </a:gridCol>
              </a:tblGrid>
              <a:tr h="3699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90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graph마다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edge의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수가 다름. </a:t>
                      </a:r>
                      <a:endParaRPr lang="ko-KR" sz="2000" b="1">
                        <a:latin typeface="Malgun Gothic"/>
                        <a:ea typeface="Malgun Gothic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없을 수도 있음 </a:t>
                      </a:r>
                      <a:endParaRPr lang="ko-KR" sz="2000" b="1">
                        <a:latin typeface="Malgun Gothic"/>
                        <a:ea typeface="Malgun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node가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N인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tree는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항상 N-1의 </a:t>
                      </a:r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edge를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가짐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802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Cycle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Cycle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불가능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700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방향, </a:t>
                      </a:r>
                      <a:r>
                        <a:rPr lang="ko-KR" altLang="en-US" sz="2000" b="1" dirty="0" err="1">
                          <a:latin typeface="Malgun Gothic"/>
                          <a:ea typeface="Malgun Gothic"/>
                        </a:rPr>
                        <a:t>무방향</a:t>
                      </a:r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 모두 존재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Malgun Gothic"/>
                          <a:ea typeface="Malgun Gothic"/>
                        </a:rPr>
                        <a:t>방향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669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56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E736C-DB19-6DD5-D65E-9FEF719A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DFS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A2811-10E2-B079-16BB-C998343B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200" b="1" dirty="0" err="1">
                <a:ea typeface="맑은 고딕"/>
              </a:rPr>
              <a:t>Graph</a:t>
            </a:r>
            <a:r>
              <a:rPr lang="ko-KR" altLang="en-US" sz="2200" b="1" dirty="0">
                <a:ea typeface="맑은 고딕"/>
              </a:rPr>
              <a:t> 탐색 방법 중 하나인 DFS </a:t>
            </a:r>
            <a:endParaRPr lang="ko-KR" altLang="en-US" sz="2200" b="1">
              <a:ea typeface="맑은 고딕" panose="020B0503020000020004" pitchFamily="34" charset="-127"/>
            </a:endParaRPr>
          </a:p>
          <a:p>
            <a:endParaRPr lang="ko-KR" altLang="en-US" sz="2200" b="1" dirty="0">
              <a:ea typeface="맑은 고딕"/>
            </a:endParaRPr>
          </a:p>
          <a:p>
            <a:r>
              <a:rPr lang="ko-KR" altLang="en-US" sz="2200" b="1" dirty="0" err="1">
                <a:ea typeface="맑은 고딕"/>
              </a:rPr>
              <a:t>Depth</a:t>
            </a:r>
            <a:r>
              <a:rPr lang="ko-KR" altLang="en-US" sz="2200" b="1" dirty="0">
                <a:ea typeface="맑은 고딕"/>
              </a:rPr>
              <a:t> </a:t>
            </a:r>
            <a:r>
              <a:rPr lang="ko-KR" altLang="en-US" sz="2200" b="1" dirty="0" err="1">
                <a:ea typeface="맑은 고딕"/>
              </a:rPr>
              <a:t>Find</a:t>
            </a:r>
            <a:r>
              <a:rPr lang="ko-KR" altLang="en-US" sz="2200" b="1" dirty="0">
                <a:ea typeface="맑은 고딕"/>
              </a:rPr>
              <a:t> </a:t>
            </a:r>
            <a:r>
              <a:rPr lang="ko-KR" altLang="en-US" sz="2200" b="1" dirty="0" err="1">
                <a:ea typeface="맑은 고딕"/>
              </a:rPr>
              <a:t>Search</a:t>
            </a:r>
            <a:r>
              <a:rPr lang="ko-KR" altLang="en-US" sz="2200" b="1" dirty="0">
                <a:ea typeface="맑은 고딕"/>
              </a:rPr>
              <a:t> - 깊이 우선 탐색</a:t>
            </a:r>
          </a:p>
          <a:p>
            <a:endParaRPr lang="ko-KR" altLang="en-US" sz="2200" b="1" dirty="0">
              <a:ea typeface="맑은 고딕"/>
            </a:endParaRPr>
          </a:p>
          <a:p>
            <a:r>
              <a:rPr lang="ko-KR" sz="2200" b="1" dirty="0">
                <a:ea typeface="맑은 고딕"/>
              </a:rPr>
              <a:t>최대한 깊이 내려간 뒤, 더이상 깊이 갈 곳이 없을 경우 옆으로 이동</a:t>
            </a:r>
            <a:endParaRPr lang="ko-KR" altLang="en-US" sz="2200" dirty="0">
              <a:ea typeface="맑은 고딕"/>
            </a:endParaRPr>
          </a:p>
          <a:p>
            <a:endParaRPr lang="ko-KR" b="1" dirty="0">
              <a:ea typeface="맑은 고딕"/>
            </a:endParaRPr>
          </a:p>
          <a:p>
            <a:pPr marL="0" indent="0">
              <a:buNone/>
            </a:pPr>
            <a:endParaRPr lang="ko-KR" altLang="en-US" dirty="0">
              <a:ea typeface="맑은 고딕"/>
            </a:endParaRPr>
          </a:p>
          <a:p>
            <a:endParaRPr lang="ko-KR" b="1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3044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E736C-DB19-6DD5-D65E-9FEF719A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DFS</a:t>
            </a:r>
            <a:endParaRPr lang="ko-KR" altLang="en-US" b="1" dirty="0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7C45E38D-05E1-881E-ECDF-7B093D1B1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268" y="1689267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15447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E736C-DB19-6DD5-D65E-9FEF719A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BFS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A2811-10E2-B079-16BB-C998343B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200" b="1" dirty="0" err="1">
                <a:ea typeface="맑은 고딕"/>
              </a:rPr>
              <a:t>Graph</a:t>
            </a:r>
            <a:r>
              <a:rPr lang="ko-KR" altLang="en-US" sz="2200" b="1" dirty="0">
                <a:ea typeface="맑은 고딕"/>
              </a:rPr>
              <a:t> 탐색 방법 중 하나인 BFS</a:t>
            </a:r>
          </a:p>
          <a:p>
            <a:endParaRPr lang="ko-KR" altLang="en-US" sz="2200" b="1" dirty="0">
              <a:ea typeface="맑은 고딕"/>
            </a:endParaRPr>
          </a:p>
          <a:p>
            <a:r>
              <a:rPr lang="ko-KR" altLang="en-US" sz="2200" b="1" dirty="0" err="1">
                <a:ea typeface="맑은 고딕"/>
              </a:rPr>
              <a:t>Breadth</a:t>
            </a:r>
            <a:r>
              <a:rPr lang="ko-KR" altLang="en-US" sz="2200" b="1" dirty="0">
                <a:ea typeface="맑은 고딕"/>
              </a:rPr>
              <a:t> </a:t>
            </a:r>
            <a:r>
              <a:rPr lang="ko-KR" altLang="en-US" sz="2200" b="1" dirty="0" err="1">
                <a:ea typeface="맑은 고딕"/>
              </a:rPr>
              <a:t>Find</a:t>
            </a:r>
            <a:r>
              <a:rPr lang="ko-KR" altLang="en-US" sz="2200" b="1" dirty="0">
                <a:ea typeface="맑은 고딕"/>
              </a:rPr>
              <a:t> </a:t>
            </a:r>
            <a:r>
              <a:rPr lang="ko-KR" altLang="en-US" sz="2200" b="1" dirty="0" err="1">
                <a:ea typeface="맑은 고딕"/>
              </a:rPr>
              <a:t>Search</a:t>
            </a:r>
            <a:r>
              <a:rPr lang="ko-KR" altLang="en-US" sz="2200" b="1" dirty="0">
                <a:ea typeface="맑은 고딕"/>
              </a:rPr>
              <a:t> - 너비 우선 탐색</a:t>
            </a:r>
          </a:p>
          <a:p>
            <a:endParaRPr lang="ko-KR" altLang="en-US" sz="2200" b="1" dirty="0">
              <a:ea typeface="맑은 고딕"/>
            </a:endParaRPr>
          </a:p>
          <a:p>
            <a:r>
              <a:rPr lang="ko-KR" sz="2200" b="1" dirty="0">
                <a:ea typeface="맑은 고딕"/>
              </a:rPr>
              <a:t>최대한 넓게 이동한 다음, 더 이상 갈 수 없을 때 아래로 이동</a:t>
            </a:r>
            <a:endParaRPr lang="ko-KR" altLang="en-US" sz="2200" dirty="0">
              <a:ea typeface="맑은 고딕"/>
            </a:endParaRPr>
          </a:p>
          <a:p>
            <a:endParaRPr lang="ko-KR" b="1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173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E736C-DB19-6DD5-D65E-9FEF719A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BFS</a:t>
            </a:r>
            <a:endParaRPr lang="ko-KR" altLang="en-US" b="1" dirty="0"/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AFBD4E7E-4CA5-C3D3-D85C-C43B2E924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2120" y="1689267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61549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E736C-DB19-6DD5-D65E-9FEF719A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DFS와</a:t>
            </a:r>
            <a:r>
              <a:rPr lang="ko-KR" altLang="en-US" b="1" dirty="0">
                <a:ea typeface="맑은 고딕"/>
              </a:rPr>
              <a:t> BFS 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A2811-10E2-B079-16BB-C998343B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sz="2200" b="1" dirty="0">
                <a:ea typeface="+mn-lt"/>
                <a:cs typeface="+mn-lt"/>
              </a:rPr>
              <a:t>모든 노드를 방문하고자 하는 경우</a:t>
            </a:r>
            <a:r>
              <a:rPr lang="ko-KR" altLang="en-US" sz="2200" b="1" dirty="0">
                <a:ea typeface="+mn-lt"/>
                <a:cs typeface="+mn-lt"/>
              </a:rPr>
              <a:t> </a:t>
            </a:r>
            <a:r>
              <a:rPr lang="en-US" altLang="ko-KR" sz="2200" b="1" dirty="0">
                <a:ea typeface="+mn-lt"/>
                <a:cs typeface="+mn-lt"/>
              </a:rPr>
              <a:t>-&gt; DFS </a:t>
            </a:r>
            <a:r>
              <a:rPr lang="en-US" altLang="ko-KR" sz="2200" b="1" dirty="0" err="1">
                <a:ea typeface="+mn-lt"/>
                <a:cs typeface="+mn-lt"/>
              </a:rPr>
              <a:t>선택</a:t>
            </a:r>
            <a:endParaRPr lang="en-US" altLang="ko-KR" sz="2200" b="1" dirty="0">
              <a:ea typeface="+mn-lt"/>
              <a:cs typeface="+mn-lt"/>
            </a:endParaRPr>
          </a:p>
          <a:p>
            <a:endParaRPr lang="en-US" altLang="ko-KR" sz="2200" b="1" dirty="0">
              <a:ea typeface="+mn-lt"/>
              <a:cs typeface="+mn-lt"/>
            </a:endParaRPr>
          </a:p>
          <a:p>
            <a:r>
              <a:rPr lang="en-US" sz="2200" b="1" dirty="0" err="1">
                <a:ea typeface="+mn-lt"/>
                <a:cs typeface="+mn-lt"/>
              </a:rPr>
              <a:t>주로</a:t>
            </a:r>
            <a:r>
              <a:rPr lang="en-US" sz="2200" b="1" dirty="0">
                <a:ea typeface="+mn-lt"/>
                <a:cs typeface="+mn-lt"/>
              </a:rPr>
              <a:t> 두 </a:t>
            </a:r>
            <a:r>
              <a:rPr lang="en-US" sz="2200" b="1" dirty="0" err="1">
                <a:ea typeface="+mn-lt"/>
                <a:cs typeface="+mn-lt"/>
              </a:rPr>
              <a:t>노드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en-US" sz="2200" b="1" dirty="0" err="1">
                <a:ea typeface="+mn-lt"/>
                <a:cs typeface="+mn-lt"/>
              </a:rPr>
              <a:t>사이의</a:t>
            </a:r>
            <a:r>
              <a:rPr lang="en-US" sz="2200" b="1" dirty="0">
                <a:ea typeface="+mn-lt"/>
                <a:cs typeface="+mn-lt"/>
              </a:rPr>
              <a:t> </a:t>
            </a:r>
            <a:r>
              <a:rPr lang="en-US" sz="2200" b="1" dirty="0" err="1">
                <a:ea typeface="+mn-lt"/>
                <a:cs typeface="+mn-lt"/>
              </a:rPr>
              <a:t>최단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en-US" sz="2200" b="1" dirty="0" err="1">
                <a:ea typeface="+mn-lt"/>
                <a:cs typeface="+mn-lt"/>
              </a:rPr>
              <a:t>경로를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en-US" sz="2200" b="1" dirty="0" err="1">
                <a:ea typeface="+mn-lt"/>
                <a:cs typeface="+mn-lt"/>
              </a:rPr>
              <a:t>찾고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ko-KR" altLang="en-US" sz="2200" b="1" dirty="0">
                <a:ea typeface="+mn-lt"/>
                <a:cs typeface="+mn-lt"/>
              </a:rPr>
              <a:t>싶은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ko-KR" altLang="en-US" sz="2200" b="1" dirty="0">
                <a:ea typeface="+mn-lt"/>
                <a:cs typeface="+mn-lt"/>
              </a:rPr>
              <a:t>경우</a:t>
            </a:r>
            <a:r>
              <a:rPr lang="en-US" sz="2200" b="1" dirty="0">
                <a:ea typeface="+mn-lt"/>
                <a:cs typeface="+mn-lt"/>
              </a:rPr>
              <a:t> -&gt; BFS </a:t>
            </a:r>
            <a:r>
              <a:rPr lang="ko-KR" altLang="en-US" sz="2200" b="1" dirty="0">
                <a:ea typeface="+mn-lt"/>
                <a:cs typeface="+mn-lt"/>
              </a:rPr>
              <a:t>선택</a:t>
            </a:r>
            <a:endParaRPr lang="en-US" sz="2200" b="1" dirty="0">
              <a:ea typeface="+mn-lt"/>
              <a:cs typeface="+mn-lt"/>
            </a:endParaRPr>
          </a:p>
          <a:p>
            <a:endParaRPr lang="en-US" sz="2200" b="1" dirty="0">
              <a:ea typeface="+mn-lt"/>
              <a:cs typeface="+mn-lt"/>
            </a:endParaRPr>
          </a:p>
          <a:p>
            <a:r>
              <a:rPr lang="en-US" sz="2200" b="1" dirty="0">
                <a:ea typeface="+mn-lt"/>
                <a:cs typeface="+mn-lt"/>
              </a:rPr>
              <a:t>DFS</a:t>
            </a:r>
            <a:r>
              <a:rPr lang="ko-KR" altLang="en-US" sz="2200" b="1" dirty="0">
                <a:ea typeface="+mn-lt"/>
                <a:cs typeface="+mn-lt"/>
              </a:rPr>
              <a:t>가</a:t>
            </a:r>
            <a:r>
              <a:rPr lang="en-US" altLang="ko-KR" sz="2200" b="1" dirty="0">
                <a:ea typeface="+mn-lt"/>
                <a:cs typeface="+mn-lt"/>
              </a:rPr>
              <a:t> </a:t>
            </a:r>
            <a:r>
              <a:rPr lang="en-US" sz="2200" b="1" dirty="0">
                <a:ea typeface="+mn-lt"/>
                <a:cs typeface="+mn-lt"/>
              </a:rPr>
              <a:t>BFS</a:t>
            </a:r>
            <a:r>
              <a:rPr lang="ko-KR" altLang="en-US" sz="2200" b="1" dirty="0">
                <a:ea typeface="+mn-lt"/>
                <a:cs typeface="+mn-lt"/>
              </a:rPr>
              <a:t>보다</a:t>
            </a:r>
            <a:r>
              <a:rPr lang="en-US" altLang="ko-KR" sz="2200" b="1" dirty="0">
                <a:ea typeface="+mn-lt"/>
                <a:cs typeface="+mn-lt"/>
              </a:rPr>
              <a:t> </a:t>
            </a:r>
            <a:r>
              <a:rPr lang="ko-KR" altLang="en-US" sz="2200" b="1" dirty="0">
                <a:ea typeface="+mn-lt"/>
                <a:cs typeface="+mn-lt"/>
              </a:rPr>
              <a:t>좀</a:t>
            </a:r>
            <a:r>
              <a:rPr lang="en-US" altLang="ko-KR" sz="2200" b="1" dirty="0">
                <a:ea typeface="+mn-lt"/>
                <a:cs typeface="+mn-lt"/>
              </a:rPr>
              <a:t> </a:t>
            </a:r>
            <a:r>
              <a:rPr lang="ko-KR" altLang="en-US" sz="2200" b="1" dirty="0">
                <a:ea typeface="+mn-lt"/>
                <a:cs typeface="+mn-lt"/>
              </a:rPr>
              <a:t>더</a:t>
            </a:r>
            <a:r>
              <a:rPr lang="en-US" altLang="ko-KR" sz="2200" b="1" dirty="0">
                <a:ea typeface="+mn-lt"/>
                <a:cs typeface="+mn-lt"/>
              </a:rPr>
              <a:t> </a:t>
            </a:r>
            <a:r>
              <a:rPr lang="ko-KR" altLang="en-US" sz="2200" b="1" dirty="0">
                <a:ea typeface="+mn-lt"/>
                <a:cs typeface="+mn-lt"/>
              </a:rPr>
              <a:t>간단함</a:t>
            </a:r>
          </a:p>
          <a:p>
            <a:endParaRPr lang="ko-KR" altLang="en-US" sz="2200" b="1" dirty="0">
              <a:ea typeface="+mn-lt"/>
              <a:cs typeface="+mn-lt"/>
            </a:endParaRPr>
          </a:p>
          <a:p>
            <a:r>
              <a:rPr lang="ko-KR" sz="2200" b="1" dirty="0">
                <a:ea typeface="+mn-lt"/>
                <a:cs typeface="+mn-lt"/>
              </a:rPr>
              <a:t>검색 속도 자체는 </a:t>
            </a:r>
            <a:r>
              <a:rPr lang="en-US" altLang="ko-KR" sz="2200" b="1" dirty="0" err="1">
                <a:ea typeface="+mn-lt"/>
                <a:cs typeface="+mn-lt"/>
              </a:rPr>
              <a:t>DFS가</a:t>
            </a:r>
            <a:r>
              <a:rPr lang="en-US" altLang="ko-KR" sz="2200" b="1" dirty="0">
                <a:ea typeface="+mn-lt"/>
                <a:cs typeface="+mn-lt"/>
              </a:rPr>
              <a:t> BFS</a:t>
            </a:r>
            <a:r>
              <a:rPr lang="ko-KR" sz="2200" b="1" dirty="0">
                <a:ea typeface="+mn-lt"/>
                <a:cs typeface="+mn-lt"/>
              </a:rPr>
              <a:t>에 비해서 느림</a:t>
            </a:r>
            <a:endParaRPr lang="ko-KR" altLang="en-US" sz="22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824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C9CBF-B392-F7EA-CC2F-3C9DBA75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Sorting</a:t>
            </a:r>
            <a:endParaRPr lang="ko-KR" altLang="en-US" b="1" dirty="0" err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7A754-3D81-9824-E7A0-A1B79FCED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sz="2200" b="1" dirty="0" err="1">
                <a:ea typeface="+mn-lt"/>
                <a:cs typeface="+mn-lt"/>
              </a:rPr>
              <a:t>n개의</a:t>
            </a:r>
            <a:r>
              <a:rPr lang="ko-KR" sz="2200" b="1" dirty="0">
                <a:ea typeface="+mn-lt"/>
                <a:cs typeface="+mn-lt"/>
              </a:rPr>
              <a:t> 숫자가 주어졌을 때, 기준에 맞게 정렬하는 알고리즘 (오름차순, 내림차순)</a:t>
            </a:r>
          </a:p>
          <a:p>
            <a:endParaRPr lang="ko-KR" sz="2200" b="1" dirty="0">
              <a:ea typeface="맑은 고딕"/>
            </a:endParaRPr>
          </a:p>
          <a:p>
            <a:endParaRPr lang="ko-KR" altLang="en-US" sz="2200" b="1" dirty="0">
              <a:ea typeface="맑은 고딕"/>
            </a:endParaRPr>
          </a:p>
          <a:p>
            <a:r>
              <a:rPr lang="ko-KR" sz="2200" b="1" dirty="0">
                <a:ea typeface="맑은 고딕"/>
              </a:rPr>
              <a:t>종류 </a:t>
            </a:r>
            <a:r>
              <a:rPr lang="en-US" altLang="ko-KR" sz="2200" b="1" dirty="0">
                <a:ea typeface="맑은 고딕"/>
              </a:rPr>
              <a:t>:</a:t>
            </a:r>
            <a:r>
              <a:rPr lang="ko-KR" sz="2200" b="1" dirty="0">
                <a:ea typeface="맑은 고딕"/>
              </a:rPr>
              <a:t> </a:t>
            </a:r>
            <a:r>
              <a:rPr lang="ko-KR" sz="2200" b="1" dirty="0" err="1">
                <a:ea typeface="+mn-lt"/>
                <a:cs typeface="+mn-lt"/>
              </a:rPr>
              <a:t>insertion</a:t>
            </a:r>
            <a:r>
              <a:rPr lang="ko-KR" sz="2200" b="1" dirty="0">
                <a:ea typeface="+mn-lt"/>
                <a:cs typeface="+mn-lt"/>
              </a:rPr>
              <a:t>(삽입), </a:t>
            </a:r>
            <a:r>
              <a:rPr lang="ko-KR" sz="2200" b="1" dirty="0" err="1">
                <a:ea typeface="+mn-lt"/>
                <a:cs typeface="+mn-lt"/>
              </a:rPr>
              <a:t>selection</a:t>
            </a:r>
            <a:r>
              <a:rPr lang="ko-KR" sz="2200" b="1" dirty="0">
                <a:ea typeface="+mn-lt"/>
                <a:cs typeface="+mn-lt"/>
              </a:rPr>
              <a:t>(선택), </a:t>
            </a:r>
            <a:r>
              <a:rPr lang="ko-KR" sz="2200" b="1" dirty="0" err="1">
                <a:ea typeface="+mn-lt"/>
                <a:cs typeface="+mn-lt"/>
              </a:rPr>
              <a:t>bubble</a:t>
            </a:r>
            <a:r>
              <a:rPr lang="ko-KR" sz="2200" b="1" dirty="0">
                <a:ea typeface="+mn-lt"/>
                <a:cs typeface="+mn-lt"/>
              </a:rPr>
              <a:t>(버블), </a:t>
            </a:r>
            <a:r>
              <a:rPr lang="ko-KR" sz="2200" b="1" dirty="0" err="1">
                <a:ea typeface="+mn-lt"/>
                <a:cs typeface="+mn-lt"/>
              </a:rPr>
              <a:t>merge</a:t>
            </a:r>
            <a:r>
              <a:rPr lang="ko-KR" sz="2200" b="1" dirty="0">
                <a:ea typeface="+mn-lt"/>
                <a:cs typeface="+mn-lt"/>
              </a:rPr>
              <a:t>(병합), </a:t>
            </a:r>
            <a:r>
              <a:rPr lang="ko-KR" sz="2200" b="1" dirty="0" err="1">
                <a:ea typeface="+mn-lt"/>
                <a:cs typeface="+mn-lt"/>
              </a:rPr>
              <a:t>quick</a:t>
            </a:r>
            <a:r>
              <a:rPr lang="ko-KR" sz="2200" b="1" dirty="0">
                <a:ea typeface="+mn-lt"/>
                <a:cs typeface="+mn-lt"/>
              </a:rPr>
              <a:t>(</a:t>
            </a:r>
            <a:r>
              <a:rPr lang="ko-KR" sz="2200" b="1" dirty="0" err="1">
                <a:ea typeface="+mn-lt"/>
                <a:cs typeface="+mn-lt"/>
              </a:rPr>
              <a:t>퀵</a:t>
            </a:r>
            <a:r>
              <a:rPr lang="ko-KR" sz="2200" b="1" dirty="0">
                <a:ea typeface="+mn-lt"/>
                <a:cs typeface="+mn-lt"/>
              </a:rPr>
              <a:t>), </a:t>
            </a:r>
            <a:r>
              <a:rPr lang="ko-KR" sz="2200" b="1" dirty="0" err="1">
                <a:ea typeface="+mn-lt"/>
                <a:cs typeface="+mn-lt"/>
              </a:rPr>
              <a:t>counting</a:t>
            </a:r>
            <a:r>
              <a:rPr lang="ko-KR" sz="2200" b="1" dirty="0">
                <a:ea typeface="+mn-lt"/>
                <a:cs typeface="+mn-lt"/>
              </a:rPr>
              <a:t>(</a:t>
            </a:r>
            <a:r>
              <a:rPr lang="ko-KR" sz="2200" b="1" dirty="0" err="1">
                <a:ea typeface="+mn-lt"/>
                <a:cs typeface="+mn-lt"/>
              </a:rPr>
              <a:t>카운팅</a:t>
            </a:r>
            <a:r>
              <a:rPr lang="ko-KR" sz="2200" b="1" dirty="0">
                <a:ea typeface="+mn-lt"/>
                <a:cs typeface="+mn-lt"/>
              </a:rPr>
              <a:t>), </a:t>
            </a:r>
            <a:r>
              <a:rPr lang="ko-KR" sz="2200" b="1" dirty="0" err="1">
                <a:ea typeface="+mn-lt"/>
                <a:cs typeface="+mn-lt"/>
              </a:rPr>
              <a:t>radix</a:t>
            </a:r>
            <a:r>
              <a:rPr lang="ko-KR" sz="2200" b="1" dirty="0">
                <a:ea typeface="+mn-lt"/>
                <a:cs typeface="+mn-lt"/>
              </a:rPr>
              <a:t>(기수) 등</a:t>
            </a:r>
            <a:endParaRPr lang="ko-KR" sz="22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32686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C9CBF-B392-F7EA-CC2F-3C9DBA75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Insertion</a:t>
            </a:r>
            <a:r>
              <a:rPr lang="ko-KR" altLang="en-US" b="1" dirty="0">
                <a:ea typeface="맑은 고딕"/>
              </a:rPr>
              <a:t> </a:t>
            </a:r>
            <a:r>
              <a:rPr lang="ko-KR" altLang="en-US" b="1" dirty="0" err="1">
                <a:ea typeface="맑은 고딕"/>
              </a:rPr>
              <a:t>Sorting</a:t>
            </a:r>
            <a:endParaRPr lang="ko-KR" altLang="en-US" b="1" dirty="0" err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7A754-3D81-9824-E7A0-A1B79FCED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sz="2200" b="1" dirty="0">
                <a:ea typeface="+mn-lt"/>
                <a:cs typeface="+mn-lt"/>
              </a:rPr>
              <a:t>자료의 모든 요소를 앞에서부터 차례대로 이미 정렬된 배열 부분과 비교하여, 자신의 위치를 찾아 삽입하면서 정렬을 완성하는 알고리즘</a:t>
            </a:r>
          </a:p>
          <a:p>
            <a:endParaRPr lang="ko-KR" sz="2200" b="1" dirty="0">
              <a:ea typeface="맑은 고딕"/>
            </a:endParaRPr>
          </a:p>
          <a:p>
            <a:endParaRPr lang="ko-KR" sz="2200" b="1" dirty="0">
              <a:ea typeface="맑은 고딕"/>
            </a:endParaRPr>
          </a:p>
          <a:p>
            <a:r>
              <a:rPr lang="ko-KR" altLang="en-US" sz="2200" b="1" dirty="0">
                <a:ea typeface="맑은 고딕"/>
              </a:rPr>
              <a:t>시간 복잡도(최악) : </a:t>
            </a:r>
            <a:endParaRPr lang="ko-KR" altLang="en-US" sz="22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ko-KR" altLang="en-US" sz="2200" b="1" dirty="0">
                <a:ea typeface="+mn-lt"/>
                <a:cs typeface="+mn-lt"/>
              </a:rPr>
              <a:t> </a:t>
            </a:r>
            <a:r>
              <a:rPr lang="ko-KR" sz="2200" b="1" err="1">
                <a:ea typeface="+mn-lt"/>
                <a:cs typeface="+mn-lt"/>
              </a:rPr>
              <a:t>n개의</a:t>
            </a:r>
            <a:r>
              <a:rPr lang="ko-KR" sz="2200" b="1" dirty="0">
                <a:ea typeface="+mn-lt"/>
                <a:cs typeface="+mn-lt"/>
              </a:rPr>
              <a:t> 데이터가 있을 때, 최악의 경우는 </a:t>
            </a:r>
            <a:r>
              <a:rPr lang="ko-KR" sz="2200" b="1" err="1">
                <a:ea typeface="+mn-lt"/>
                <a:cs typeface="+mn-lt"/>
              </a:rPr>
              <a:t>n</a:t>
            </a:r>
            <a:r>
              <a:rPr lang="ko-KR" sz="2200" b="1" dirty="0">
                <a:ea typeface="+mn-lt"/>
                <a:cs typeface="+mn-lt"/>
              </a:rPr>
              <a:t>(n-1)/2 번의 </a:t>
            </a:r>
            <a:r>
              <a:rPr lang="ko-KR" altLang="en-US" sz="2200" b="1" dirty="0">
                <a:ea typeface="+mn-lt"/>
                <a:cs typeface="+mn-lt"/>
              </a:rPr>
              <a:t>비교 </a:t>
            </a:r>
            <a:r>
              <a:rPr lang="en-US" altLang="en-US" sz="2200" b="1" dirty="0">
                <a:ea typeface="+mn-lt"/>
                <a:cs typeface="+mn-lt"/>
              </a:rPr>
              <a:t>=</a:t>
            </a:r>
            <a:r>
              <a:rPr lang="ko-KR" altLang="en-US" sz="2200" b="1" dirty="0">
                <a:ea typeface="+mn-lt"/>
                <a:cs typeface="+mn-lt"/>
              </a:rPr>
              <a:t> </a:t>
            </a:r>
            <a:r>
              <a:rPr lang="ko-KR" sz="2200" b="1" dirty="0" err="1">
                <a:ea typeface="+mn-lt"/>
                <a:cs typeface="+mn-lt"/>
              </a:rPr>
              <a:t>O</a:t>
            </a:r>
            <a:r>
              <a:rPr lang="ko-KR" sz="2200" b="1" dirty="0">
                <a:ea typeface="+mn-lt"/>
                <a:cs typeface="+mn-lt"/>
              </a:rPr>
              <a:t>(n^2)이다. </a:t>
            </a:r>
            <a:endParaRPr lang="ko-KR" sz="2200"/>
          </a:p>
        </p:txBody>
      </p:sp>
    </p:spTree>
    <p:extLst>
      <p:ext uri="{BB962C8B-B14F-4D97-AF65-F5344CB8AC3E}">
        <p14:creationId xmlns:p14="http://schemas.microsoft.com/office/powerpoint/2010/main" val="2595168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C9CBF-B392-F7EA-CC2F-3C9DBA75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Merge</a:t>
            </a:r>
            <a:r>
              <a:rPr lang="ko-KR" altLang="en-US" b="1" dirty="0">
                <a:ea typeface="맑은 고딕"/>
              </a:rPr>
              <a:t> </a:t>
            </a:r>
            <a:r>
              <a:rPr lang="ko-KR" altLang="en-US" b="1" dirty="0" err="1">
                <a:ea typeface="맑은 고딕"/>
              </a:rPr>
              <a:t>Sorting</a:t>
            </a:r>
            <a:endParaRPr lang="ko-KR" altLang="en-US" b="1" dirty="0" err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7A754-3D81-9824-E7A0-A1B79FCED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331"/>
            <a:ext cx="10515600" cy="50732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sz="2200" b="1" dirty="0">
                <a:ea typeface="+mn-lt"/>
                <a:cs typeface="+mn-lt"/>
              </a:rPr>
              <a:t>일반적인 방법으로 구현했을 때 이 정렬은 </a:t>
            </a:r>
            <a:r>
              <a:rPr lang="ko-KR" altLang="en-US" sz="2200" b="1" dirty="0">
                <a:ea typeface="+mn-lt"/>
                <a:cs typeface="+mn-lt"/>
              </a:rPr>
              <a:t>안정 정렬에</a:t>
            </a:r>
            <a:r>
              <a:rPr lang="ko-KR" sz="2200" b="1" dirty="0">
                <a:ea typeface="+mn-lt"/>
                <a:cs typeface="+mn-lt"/>
              </a:rPr>
              <a:t> 속하며, 분할 정복 알고리즘 중의 하나이다.</a:t>
            </a:r>
          </a:p>
          <a:p>
            <a:endParaRPr lang="ko-KR" sz="2200" b="1" dirty="0">
              <a:ea typeface="맑은 고딕"/>
            </a:endParaRPr>
          </a:p>
          <a:p>
            <a:r>
              <a:rPr lang="ko-KR" altLang="en-US" sz="2200" b="1" dirty="0" err="1">
                <a:ea typeface="+mn-lt"/>
                <a:cs typeface="+mn-lt"/>
              </a:rPr>
              <a:t>Devide</a:t>
            </a:r>
            <a:r>
              <a:rPr lang="ko-KR" altLang="en-US" sz="2200" b="1" dirty="0">
                <a:ea typeface="+mn-lt"/>
                <a:cs typeface="+mn-lt"/>
              </a:rPr>
              <a:t> and </a:t>
            </a:r>
            <a:r>
              <a:rPr lang="ko-KR" altLang="en-US" sz="2200" b="1" dirty="0" err="1">
                <a:ea typeface="+mn-lt"/>
                <a:cs typeface="+mn-lt"/>
              </a:rPr>
              <a:t>conquer</a:t>
            </a:r>
            <a:r>
              <a:rPr lang="ko-KR" altLang="en-US" sz="2200" b="1" dirty="0">
                <a:ea typeface="+mn-lt"/>
                <a:cs typeface="+mn-lt"/>
              </a:rPr>
              <a:t> </a:t>
            </a:r>
            <a:endParaRPr lang="en-US" altLang="ko-KR" sz="2200" b="1">
              <a:ea typeface="+mn-lt"/>
              <a:cs typeface="+mn-lt"/>
            </a:endParaRPr>
          </a:p>
          <a:p>
            <a:endParaRPr lang="ko-KR" altLang="en-US" sz="2200" b="1" dirty="0">
              <a:ea typeface="맑은 고딕"/>
            </a:endParaRPr>
          </a:p>
          <a:p>
            <a:r>
              <a:rPr lang="ko-KR" altLang="en-US" sz="2200" b="1" dirty="0" err="1">
                <a:ea typeface="맑은 고딕"/>
              </a:rPr>
              <a:t>Merge</a:t>
            </a:r>
            <a:r>
              <a:rPr lang="ko-KR" altLang="en-US" sz="2200" b="1" dirty="0">
                <a:ea typeface="맑은 고딕"/>
              </a:rPr>
              <a:t> </a:t>
            </a:r>
            <a:r>
              <a:rPr lang="ko-KR" altLang="en-US" sz="2200" b="1" dirty="0" err="1">
                <a:ea typeface="맑은 고딕"/>
              </a:rPr>
              <a:t>sorting</a:t>
            </a:r>
            <a:r>
              <a:rPr lang="ko-KR" altLang="en-US" sz="2200" b="1" dirty="0">
                <a:ea typeface="맑은 고딕"/>
              </a:rPr>
              <a:t> 단계 : </a:t>
            </a:r>
            <a:r>
              <a:rPr lang="ko-KR" altLang="en-US" sz="2200" b="1" dirty="0" err="1">
                <a:ea typeface="맑은 고딕"/>
              </a:rPr>
              <a:t>devide</a:t>
            </a:r>
            <a:r>
              <a:rPr lang="ko-KR" altLang="en-US" sz="2200" b="1" dirty="0">
                <a:ea typeface="맑은 고딕"/>
              </a:rPr>
              <a:t> -&gt; </a:t>
            </a:r>
            <a:r>
              <a:rPr lang="ko-KR" altLang="en-US" sz="2200" b="1" dirty="0" err="1">
                <a:ea typeface="맑은 고딕"/>
              </a:rPr>
              <a:t>conquer</a:t>
            </a:r>
            <a:r>
              <a:rPr lang="ko-KR" altLang="en-US" sz="2200" b="1" dirty="0">
                <a:ea typeface="맑은 고딕"/>
              </a:rPr>
              <a:t> -&gt; </a:t>
            </a:r>
            <a:r>
              <a:rPr lang="ko-KR" altLang="en-US" sz="2200" b="1" dirty="0" err="1">
                <a:ea typeface="맑은 고딕"/>
              </a:rPr>
              <a:t>combine</a:t>
            </a:r>
            <a:r>
              <a:rPr lang="ko-KR" altLang="en-US" sz="2200" b="1" dirty="0">
                <a:ea typeface="맑은 고딕"/>
              </a:rPr>
              <a:t> </a:t>
            </a:r>
          </a:p>
          <a:p>
            <a:endParaRPr lang="ko-KR" altLang="en-US" sz="2200" b="1" dirty="0">
              <a:ea typeface="맑은 고딕"/>
            </a:endParaRPr>
          </a:p>
          <a:p>
            <a:r>
              <a:rPr lang="ko-KR" altLang="en-US" sz="2200" b="1" dirty="0">
                <a:ea typeface="맑은 고딕"/>
              </a:rPr>
              <a:t>시간 복잡도(평균) : </a:t>
            </a:r>
          </a:p>
          <a:p>
            <a:pPr marL="0" indent="0">
              <a:buNone/>
            </a:pPr>
            <a:r>
              <a:rPr lang="ko-KR" altLang="en-US" sz="2200" b="1" dirty="0">
                <a:ea typeface="맑은 고딕"/>
              </a:rPr>
              <a:t>  병합 단계의 </a:t>
            </a:r>
            <a:r>
              <a:rPr lang="ko-KR" sz="2200" b="1" dirty="0">
                <a:ea typeface="+mn-lt"/>
                <a:cs typeface="+mn-lt"/>
              </a:rPr>
              <a:t>높이</a:t>
            </a:r>
            <a:r>
              <a:rPr lang="en-US" altLang="ko-KR" sz="2200" b="1" dirty="0">
                <a:ea typeface="+mn-lt"/>
                <a:cs typeface="+mn-lt"/>
              </a:rPr>
              <a:t>(log n)</a:t>
            </a:r>
            <a:r>
              <a:rPr lang="ko-KR" sz="2200" b="1" dirty="0">
                <a:ea typeface="+mn-lt"/>
                <a:cs typeface="+mn-lt"/>
              </a:rPr>
              <a:t> * 각 단계에서 </a:t>
            </a:r>
            <a:r>
              <a:rPr lang="ko-KR" altLang="en-US" sz="2200" b="1" dirty="0">
                <a:ea typeface="+mn-lt"/>
                <a:cs typeface="+mn-lt"/>
              </a:rPr>
              <a:t>필요한 반복</a:t>
            </a:r>
            <a:r>
              <a:rPr lang="ko-KR" sz="2200" b="1" dirty="0">
                <a:ea typeface="+mn-lt"/>
                <a:cs typeface="+mn-lt"/>
              </a:rPr>
              <a:t> </a:t>
            </a:r>
            <a:r>
              <a:rPr lang="ko-KR" altLang="en-US" sz="2200" b="1" dirty="0">
                <a:ea typeface="+mn-lt"/>
                <a:cs typeface="+mn-lt"/>
              </a:rPr>
              <a:t>횟수 (</a:t>
            </a:r>
            <a:r>
              <a:rPr lang="ko-KR" altLang="en-US" sz="2200" b="1" err="1">
                <a:ea typeface="+mn-lt"/>
                <a:cs typeface="+mn-lt"/>
              </a:rPr>
              <a:t>n</a:t>
            </a:r>
            <a:r>
              <a:rPr lang="ko-KR" altLang="en-US" sz="2200" b="1" dirty="0">
                <a:ea typeface="+mn-lt"/>
                <a:cs typeface="+mn-lt"/>
              </a:rPr>
              <a:t>) =</a:t>
            </a:r>
            <a:r>
              <a:rPr lang="ko-KR" sz="2200" b="1" dirty="0">
                <a:ea typeface="+mn-lt"/>
                <a:cs typeface="+mn-lt"/>
              </a:rPr>
              <a:t> </a:t>
            </a:r>
            <a:r>
              <a:rPr lang="ko-KR" sz="2200" b="1" err="1">
                <a:ea typeface="+mn-lt"/>
                <a:cs typeface="+mn-lt"/>
              </a:rPr>
              <a:t>O</a:t>
            </a:r>
            <a:r>
              <a:rPr lang="ko-KR" sz="2200" b="1" dirty="0">
                <a:ea typeface="+mn-lt"/>
                <a:cs typeface="+mn-lt"/>
              </a:rPr>
              <a:t>(</a:t>
            </a:r>
            <a:r>
              <a:rPr lang="en-US" altLang="ko-KR" sz="2200" b="1" err="1">
                <a:ea typeface="+mn-lt"/>
                <a:cs typeface="+mn-lt"/>
              </a:rPr>
              <a:t>nlogn</a:t>
            </a:r>
            <a:r>
              <a:rPr lang="ko-KR" sz="2200" b="1" dirty="0">
                <a:ea typeface="+mn-lt"/>
                <a:cs typeface="+mn-lt"/>
              </a:rPr>
              <a:t>)이다.</a:t>
            </a:r>
            <a:endParaRPr lang="ko-KR" altLang="en-US" sz="2200" b="1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21004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C9CBF-B392-F7EA-CC2F-3C9DBA75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Quick</a:t>
            </a:r>
            <a:r>
              <a:rPr lang="ko-KR" altLang="en-US" b="1" dirty="0">
                <a:ea typeface="맑은 고딕"/>
              </a:rPr>
              <a:t> </a:t>
            </a:r>
            <a:r>
              <a:rPr lang="ko-KR" altLang="en-US" b="1" dirty="0" err="1">
                <a:ea typeface="맑은 고딕"/>
              </a:rPr>
              <a:t>Sorting</a:t>
            </a:r>
            <a:r>
              <a:rPr lang="ko-KR" altLang="en-US" dirty="0">
                <a:ea typeface="맑은 고딕"/>
              </a:rPr>
              <a:t>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7A754-3D81-9824-E7A0-A1B79FCED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200" b="1" dirty="0">
                <a:ea typeface="+mn-lt"/>
                <a:cs typeface="+mn-lt"/>
              </a:rPr>
              <a:t>Quick</a:t>
            </a:r>
            <a:r>
              <a:rPr lang="ko-KR" sz="2200" b="1" dirty="0">
                <a:ea typeface="+mn-lt"/>
                <a:cs typeface="+mn-lt"/>
              </a:rPr>
              <a:t> </a:t>
            </a:r>
            <a:r>
              <a:rPr lang="en-US" altLang="ko-KR" sz="2200" b="1" dirty="0" err="1">
                <a:ea typeface="+mn-lt"/>
                <a:cs typeface="+mn-lt"/>
              </a:rPr>
              <a:t>sort는</a:t>
            </a:r>
            <a:r>
              <a:rPr lang="ko-KR" sz="2200" b="1" dirty="0">
                <a:ea typeface="+mn-lt"/>
                <a:cs typeface="+mn-lt"/>
              </a:rPr>
              <a:t> 불안정 정렬 에 속하며, 다른 원소와의 비교만으로 정렬을 수행하는 비교 정렬</a:t>
            </a:r>
          </a:p>
          <a:p>
            <a:endParaRPr lang="ko-KR" sz="2200" b="1" dirty="0">
              <a:ea typeface="맑은 고딕"/>
            </a:endParaRPr>
          </a:p>
          <a:p>
            <a:r>
              <a:rPr lang="ko-KR" sz="2200" b="1" dirty="0" err="1">
                <a:ea typeface="+mn-lt"/>
                <a:cs typeface="+mn-lt"/>
              </a:rPr>
              <a:t>Devide</a:t>
            </a:r>
            <a:r>
              <a:rPr lang="ko-KR" sz="2200" b="1" dirty="0">
                <a:ea typeface="+mn-lt"/>
                <a:cs typeface="+mn-lt"/>
              </a:rPr>
              <a:t> and </a:t>
            </a:r>
            <a:r>
              <a:rPr lang="ko-KR" sz="2200" b="1" dirty="0" err="1">
                <a:ea typeface="+mn-lt"/>
                <a:cs typeface="+mn-lt"/>
              </a:rPr>
              <a:t>conquer</a:t>
            </a:r>
            <a:r>
              <a:rPr lang="ko-KR" altLang="en-US" sz="2200" b="1" dirty="0">
                <a:ea typeface="+mn-lt"/>
                <a:cs typeface="+mn-lt"/>
              </a:rPr>
              <a:t> </a:t>
            </a:r>
            <a:endParaRPr lang="en-US" altLang="ko-KR" sz="2200" b="1">
              <a:ea typeface="맑은 고딕"/>
            </a:endParaRPr>
          </a:p>
          <a:p>
            <a:endParaRPr lang="ko-KR" altLang="en-US" sz="2200" b="1" dirty="0">
              <a:ea typeface="+mn-lt"/>
              <a:cs typeface="+mn-lt"/>
            </a:endParaRPr>
          </a:p>
          <a:p>
            <a:r>
              <a:rPr lang="ko-KR" sz="2100" b="1" dirty="0">
                <a:ea typeface="+mn-lt"/>
                <a:cs typeface="+mn-lt"/>
              </a:rPr>
              <a:t>하나의 리스트를 피벗(</a:t>
            </a:r>
            <a:r>
              <a:rPr lang="ko-KR" sz="2100" b="1" dirty="0" err="1">
                <a:ea typeface="+mn-lt"/>
                <a:cs typeface="+mn-lt"/>
              </a:rPr>
              <a:t>pivot</a:t>
            </a:r>
            <a:r>
              <a:rPr lang="ko-KR" sz="2100" b="1" dirty="0">
                <a:ea typeface="+mn-lt"/>
                <a:cs typeface="+mn-lt"/>
              </a:rPr>
              <a:t>)을 기준으로 두 개의 </a:t>
            </a:r>
            <a:r>
              <a:rPr lang="ko-KR" sz="2100" b="1" dirty="0" err="1">
                <a:ea typeface="+mn-lt"/>
                <a:cs typeface="+mn-lt"/>
              </a:rPr>
              <a:t>비균등한</a:t>
            </a:r>
            <a:r>
              <a:rPr lang="ko-KR" sz="2100" b="1" dirty="0">
                <a:ea typeface="+mn-lt"/>
                <a:cs typeface="+mn-lt"/>
              </a:rPr>
              <a:t> 크기로 분할하고 분할된 부분 리스트를 정렬 </a:t>
            </a:r>
            <a:r>
              <a:rPr lang="en-US" altLang="ko-KR" sz="2100" b="1" dirty="0">
                <a:ea typeface="+mn-lt"/>
                <a:cs typeface="+mn-lt"/>
              </a:rPr>
              <a:t>-&gt; </a:t>
            </a:r>
            <a:r>
              <a:rPr lang="ko-KR" sz="2100" b="1" dirty="0">
                <a:ea typeface="+mn-lt"/>
                <a:cs typeface="+mn-lt"/>
              </a:rPr>
              <a:t>두 개의 정렬된 부분 리스트를 합하여 전체가 정렬된 리스트가 되게 하는 </a:t>
            </a:r>
            <a:r>
              <a:rPr lang="ko-KR" altLang="en-US" sz="2100" b="1" dirty="0">
                <a:ea typeface="+mn-lt"/>
                <a:cs typeface="+mn-lt"/>
              </a:rPr>
              <a:t>방법</a:t>
            </a:r>
            <a:endParaRPr lang="ko-KR" sz="2100" b="1" dirty="0">
              <a:ea typeface="+mn-lt"/>
              <a:cs typeface="+mn-lt"/>
            </a:endParaRPr>
          </a:p>
          <a:p>
            <a:endParaRPr lang="ko-KR" altLang="en-US" sz="2200" b="1" dirty="0">
              <a:ea typeface="+mn-lt"/>
              <a:cs typeface="+mn-lt"/>
            </a:endParaRPr>
          </a:p>
          <a:p>
            <a:r>
              <a:rPr lang="ko-KR" altLang="en-US" sz="2200" b="1" dirty="0" err="1">
                <a:ea typeface="+mn-lt"/>
                <a:cs typeface="+mn-lt"/>
              </a:rPr>
              <a:t>시간복잡도</a:t>
            </a:r>
            <a:r>
              <a:rPr lang="ko-KR" altLang="en-US" sz="2200" b="1" dirty="0">
                <a:ea typeface="+mn-lt"/>
                <a:cs typeface="+mn-lt"/>
              </a:rPr>
              <a:t>(평균) : </a:t>
            </a:r>
          </a:p>
          <a:p>
            <a:pPr marL="0" indent="0">
              <a:buNone/>
            </a:pPr>
            <a:r>
              <a:rPr lang="ko-KR" sz="2200" b="1" dirty="0">
                <a:ea typeface="+mn-lt"/>
                <a:cs typeface="+mn-lt"/>
              </a:rPr>
              <a:t>  순환 호출의 깊이 * 각 순환 호출 단계의 비교 </a:t>
            </a:r>
            <a:r>
              <a:rPr lang="ko-KR" altLang="en-US" sz="2200" b="1" dirty="0">
                <a:ea typeface="+mn-lt"/>
                <a:cs typeface="+mn-lt"/>
              </a:rPr>
              <a:t>연산인 </a:t>
            </a:r>
            <a:r>
              <a:rPr lang="ko-KR" altLang="en-US" sz="2200" b="1" err="1">
                <a:ea typeface="+mn-lt"/>
                <a:cs typeface="+mn-lt"/>
              </a:rPr>
              <a:t>O</a:t>
            </a:r>
            <a:r>
              <a:rPr lang="ko-KR" altLang="en-US" sz="2200" b="1" dirty="0">
                <a:ea typeface="+mn-lt"/>
                <a:cs typeface="+mn-lt"/>
              </a:rPr>
              <a:t>(</a:t>
            </a:r>
            <a:r>
              <a:rPr lang="ko-KR" altLang="en-US" sz="2200" b="1" err="1">
                <a:ea typeface="+mn-lt"/>
                <a:cs typeface="+mn-lt"/>
              </a:rPr>
              <a:t>nlogn</a:t>
            </a:r>
            <a:r>
              <a:rPr lang="ko-KR" altLang="en-US" sz="2200" b="1" dirty="0">
                <a:ea typeface="+mn-lt"/>
                <a:cs typeface="+mn-lt"/>
              </a:rPr>
              <a:t>)</a:t>
            </a:r>
            <a:endParaRPr lang="ko-KR" sz="2200"/>
          </a:p>
        </p:txBody>
      </p:sp>
    </p:spTree>
    <p:extLst>
      <p:ext uri="{BB962C8B-B14F-4D97-AF65-F5344CB8AC3E}">
        <p14:creationId xmlns:p14="http://schemas.microsoft.com/office/powerpoint/2010/main" val="3129969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C9CBF-B392-F7EA-CC2F-3C9DBA75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7A754-3D81-9824-E7A0-A1B79FCED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753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C9CBF-B392-F7EA-CC2F-3C9DBA75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7A754-3D81-9824-E7A0-A1B79FCED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038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C9CBF-B392-F7EA-CC2F-3C9DBA75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7A754-3D81-9824-E7A0-A1B79FCED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689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Programming Tutoring </vt:lpstr>
      <vt:lpstr>Graph</vt:lpstr>
      <vt:lpstr>DFS</vt:lpstr>
      <vt:lpstr>DFS</vt:lpstr>
      <vt:lpstr>BFS</vt:lpstr>
      <vt:lpstr>BFS</vt:lpstr>
      <vt:lpstr>DFS와 BFS  </vt:lpstr>
      <vt:lpstr>Sorting</vt:lpstr>
      <vt:lpstr>Insertion Sorting</vt:lpstr>
      <vt:lpstr>Merge Sorting</vt:lpstr>
      <vt:lpstr>Quick Sorting 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215</cp:revision>
  <dcterms:created xsi:type="dcterms:W3CDTF">2022-11-20T06:01:10Z</dcterms:created>
  <dcterms:modified xsi:type="dcterms:W3CDTF">2022-11-20T11:37:01Z</dcterms:modified>
</cp:coreProperties>
</file>